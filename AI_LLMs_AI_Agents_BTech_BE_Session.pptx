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B.TECH / B.E. TECHNICAL SESSION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AI, LLMs &amp;
</a:t>
            </a:r>
            <a:pPr indent="0" marL="0">
              <a:lnSpc>
                <a:spcPct val="95000"/>
              </a:lnSpc>
              <a:buNone/>
            </a:pPr>
            <a:r>
              <a:rPr lang="en-US" sz="5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 ·  Open-Source Tools  ·  Hands-on Demos  ·  Building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Transformers to Autonomous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71455" y="4937760"/>
            <a:ext cx="1097280" cy="1097280"/>
          </a:xfrm>
          <a:prstGeom prst="ellipse">
            <a:avLst/>
          </a:prstGeom>
          <a:solidFill>
            <a:srgbClr val="1F3DA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—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this matters for </a:t>
            </a:r>
            <a:pPr indent="0" marL="0">
              <a:buNone/>
            </a:pPr>
            <a:r>
              <a:rPr lang="en-US" sz="34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engineers</a:t>
            </a:r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 are production systems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will build, deploy, evaluate and maintain them — not just use them.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is competitive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Llama, Mistral, Qwen and others now rival closed models on many tasks.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31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are the new abstraction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Tool-calling + planning loops are becoming the standard way to build AI features.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9377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Engineering trade-offs dominate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Latency, cost, reliability, safety and observability matter as much as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—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roadmap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Modern AI Landscape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→ Transformers → Generative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Internals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Architecture, training, decoding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Ecosystem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Models, runtimes, quantization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4983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Loops, tools, memory, frameworks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 Demos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63440" y="4983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Ollama, LangChain, RAG, agents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Engineering Practice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58200" y="4983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Eval, safety, deployment, careers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— AI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Evolution that matters to engineers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Classical AI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Rules, search, expert systems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8F5ED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0" y="2514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Supervised / unsupervised / RL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3200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CNNs, RNNs, representation learning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8F5ED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86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Transformers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 is all you need (2017)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0" y="4572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+ data + instruction tuning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72800" cy="594360"/>
          </a:xfrm>
          <a:prstGeom prst="roundRect">
            <a:avLst>
              <a:gd name="adj" fmla="val 7692"/>
            </a:avLst>
          </a:prstGeom>
          <a:solidFill>
            <a:srgbClr val="F8F5ED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257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943600" y="5257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+ planning + memory loops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— LARGE LANGUAGE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an </a:t>
            </a:r>
            <a:pPr indent="0" marL="0">
              <a:buNone/>
            </a:pPr>
            <a:r>
              <a:rPr lang="en-US" sz="3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</a:t>
            </a:r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Large Language Model is a neural network (usually a decoder-only Transformer) trained to predict the next token on massive text corpora. After pre-training it can be further aligned with instruction tuning and RLHF to follow human intent.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Sub-word units the model actually sees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204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 vectors representing meaning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Dynamic weighting of context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811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Next-token prediction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81160" y="3840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core training objective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insight: Scale + data + architecture produced emergent capabilities that were not explicitly programmed.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— TRANSFORMER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Transformer essentials (engineer view)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Self-Attention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token attends to every other token in the context. Enables long-range dependencies.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Multi-Head Attention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attention heads learn different relationships in parallel.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Feed-Forward Network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Position-wise MLP that processes each token after attention.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Residual + LayerNorm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Stabilises deep training; residual connections are critical.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Positional Encoding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Injects order information (absolute, relative, or RoPE).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Decoder-only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Modern LLMs (GPT, Llama, Mistral) use causal (masked) attention only.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— TRAINING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modern LLMs are trained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385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Pre-training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Next-token prediction on trillions of tokens. Produces a base model.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640080" cy="64008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Supervised Fine-Tuning (SFT)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 on curated instruction–response pairs.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41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Preference Tuning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4251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RLHF / DPO / ORPO — align with human preferences.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640080" cy="64008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93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Optional further tuning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37360" y="5303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adaptation, safety fine-tuning, tool-use training.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— DECODING STRATEGIES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model chooses the next token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 pick highest probability token. Deterministic but can be repetitive.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Temperature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 logits before softmax. Low = focused, High = creative / random.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5603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only from the k most likely tokens.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Top-p (nucleus)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663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from the smallest set whose cumulative probability ≥ 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348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Beam Search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663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multiple candidate sequences. More common in translation than chat.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4114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Repetition Penalty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46634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Down-weight tokens already generated to reduce loops.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— OPEN-SOURCE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you can run and modify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Llama 3 / 3.1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Strong general performance, long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Mistral / Mixtral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Mistral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Efficient, MoE variants, excellent coding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Qwen 2.5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Alibaba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788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Multilingual, strong reasoning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Google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Lightweight, good for edge / research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Phi-3 / Phi-4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4892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but surprisingly capable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DeepSeek / Yi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58200" y="4480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Various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8920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Competitive open weights, strong math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— RUNTIMES &amp; QUANTIZATION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Running models efficiently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Easiest local experience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LM Studio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 + local server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vLLM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High-throughput serving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llama.cpp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CPU / edge friendly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Hugging Face TGI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inference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Exllama / AWQ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 GPU quantized inference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QUANTIZATION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FP16 / BF16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precision (baseline)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256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Good quality / size trade-off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INT4 / GGUF Q4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Very popular for local use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AWQ / GPTQ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525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Hardware-aware quantization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5256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Fits larger models on consumer GPUs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256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Slight quality drop vs big speed/memory gain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— PROMPTING TECHNIQUES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Techniques every engineer should know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Zero-shot / Few-shot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examples vs providing demonstrations in the prompt.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Chain-of-Thought (CoT)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the model to reason step-by-step before the answer.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Reason + Act interleaving — foundation of many agents.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Output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Force JSON / XML / function-call format for reliability.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Prompt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persistent role, constraints and behaviour.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Self-Consistency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multiple reasoning paths and majority-vote.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— AI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an </a:t>
            </a:r>
            <a:pPr indent="0" marL="0">
              <a:buNone/>
            </a:pPr>
            <a:r>
              <a:rPr lang="en-US" sz="3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</a:t>
            </a:r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574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AI Agent is a system that uses an LLM as its reasoning core, maintains state/memory, and can call external tools (APIs, code, search, databases) in a loop until a goal is reached or it decides to stop / ask for help.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Chatbot / LLM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Stateless or short context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 in → Text 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side effects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566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40690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Stateful loop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 call tools &amp; APIs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Produces actions + results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— AGENT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fundamental agent loop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03120"/>
            <a:ext cx="822960" cy="82296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Perceive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goal + current state + observations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103120"/>
            <a:ext cx="822960" cy="82296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/ Reason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3794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Decide next action or finish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103120"/>
            <a:ext cx="822960" cy="82296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3794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Call tool / function /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18288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103120"/>
            <a:ext cx="822960" cy="82296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352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3794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 tool result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84080" y="18288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4160" y="2103120"/>
            <a:ext cx="822960" cy="822960"/>
          </a:xfrm>
          <a:prstGeom prst="ellipse">
            <a:avLst/>
          </a:prstGeom>
          <a:solidFill>
            <a:srgbClr val="1F3DA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921240" y="32004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 Memory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21240" y="37947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 relevant state for next step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agent frameworks implement a variant of this loop (ReAct, Plan-and-Execute, Reflexion…).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— CORE COMPONENTS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Tools, Memory &amp; Planning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/ Function Calling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Web search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Code interpreter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Database / 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Email / Calendar APIs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Custom business APIs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Short-term (conversation)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Long-term (vector store)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Entity / episodic memory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Scratchpad for reasoning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4663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Summarisation strategies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Planning Strategies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ReAct (reason + act)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Plan-and-Execute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58200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Tree / Graph of Thoughts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5820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Reflexion (self-critique)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58200" y="4663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Multi-agent debate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— AGENT FRAMEWORKS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Popular open-source frameworks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LangChain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popular, large ecosystem, LCEL, agents, tools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LlamaIndex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651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Strong focus on RAG and data agents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CrewAI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6517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Role-based multi-agent orchestration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0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AutoGen (MS)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Conversational multi-agent, code execution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348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160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Semantic Kernel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754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Microsoft, strong .NET + planner support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41605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Haystack / DSPy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4754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Pipelines + programmatic prompting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— DEMO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1: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LLMs locally with Ollama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Goal: Install Ollama and chat with an open model in &lt; 5 minutes.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curl -fsSL https://ollama.com/install.sh | sh   (Linux/Mac)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Windows: download from ollama.com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Pull a model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108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 pull llama3.2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 pull mistral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 pull qwen2.5:7b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 run llama3.2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type prompts interactively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937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74720" y="4937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 exposes a local OpenAI-compatible API on port 11434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— DEMO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2: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Tool-Calling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 ReAct-style agent that can use a calculator and web search.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9728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Minimal conceptual flow (Python / LangChain style)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10424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Define tools  →  calculator, search, custom functions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Bind tools to the LLM (function calling)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Create agent executor with ReAct or OpenAI-tools agent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Invoke with a goal: “What is 17% of the population of Bengaluru?”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Observe the trajectory: Thought → Action → Observation → … → Final Answer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learning: The LLM decides which tool to call and with what arguments.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— DEMO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3: </a:t>
            </a:r>
            <a:pPr indent="0" marL="0">
              <a:buNone/>
            </a:pPr>
            <a:r>
              <a:rPr lang="en-US" sz="28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RAG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Retrieval-Augmented Generation — ground the LLM on your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148840" cy="2560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Load documents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PDFs, markdown, web pages,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2148840" cy="2560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6324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Chunk + Embed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 text, create vector embeddings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2286000"/>
            <a:ext cx="2148840" cy="2560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924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4924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Chroma / FAISS / Qdrant / Pinecone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2286000"/>
            <a:ext cx="2148840" cy="2560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3524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Retrieve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Similarity search for relevant chunks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84080" y="2286000"/>
            <a:ext cx="2148840" cy="25603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2468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921240" y="3017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Augment + Generate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21240" y="3657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Stuff context into prompt → LLM answer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Tools: LlamaIndex or LangChain + any local embedding model (nomic-embed, bge, etc.)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— DEMO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 4: </a:t>
            </a:r>
            <a:pPr indent="0" marL="0">
              <a:buNone/>
            </a:pPr>
            <a:r>
              <a:rPr lang="en-US" sz="2600" i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Multi-Agent sketch (CrewAI style)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 research crew: Researcher + Writer + Critic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Gather facts and sources on a given topic using search tools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3429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Produce a clear technical summary from the research notes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4526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for accuracy, missing points and suggest improvements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 — ENGINEERING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problems you will face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Hallucination &amp; Grounding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Models invent facts. RAG + citations + verification layers are essential.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Automatic metrics are weak. Need human eval, LLM-as-judge, trajectory analysis.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 &amp; 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token costs money and time. Caching, smaller models, speculative decoding help.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108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4747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can loop or fail silently. Timeouts, retries, guardrails, human-in-the-loop.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 &amp; Alignment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injection, data leakage, harmful outputs. Red-teaming is mandatory.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526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 every thought, tool call and observation. You cannot debug what you cannot see.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—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Practical engineering checklist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the smallest model that meets quality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Always measure latency, cost per request, and success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97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Prefer structured outputs (JSON / function calls) over free 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guardrails: input validation, output filtering, max iterations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03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 full trajectories for every agent run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206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for human takeover when confidence is 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 prompts and agent configs like code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against adversarial and edge-case inputs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 — CAREERS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Roles for B.Tech / B.E. graduates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/ LLM Engineer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and optimise inference, fine-tuning, RAG,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MLOps / AI Platform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Deploy, monitor, scale models and agent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Engineer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3063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 papers, improve architectures and training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Applied Scientist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Bridge research and product in industry labs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Full-stack AI Engineer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4434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 the entire stack from model to UI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Open-Source Contributor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0" y="5120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High-signal way to learn and get noticed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 — SKILLS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to learn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+ PyTorch / HF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language and model libraries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65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Transformers internals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Attention, RoPE, KV cache, quantization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965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Vector DBs &amp; RAG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5820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Chunking, embeddings, retrieval quality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frameworks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LangChain, LlamaIndex, CrewAI, etc.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 &amp; Observability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6344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Metrics, tracing, human feedback loops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38404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4069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4480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Systems thinking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5820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Latency, cost, reliability, safety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 — RESOURCES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here after the session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691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ollama.com  ·  lmstudio.ai  ·  huggingface.co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377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langchain.com  ·  llamaindex.ai  ·  crewai.com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063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Hugging Face NLP course  ·  Andrej Karpathy videos  ·  paperswithcode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Attention Is All You Need  ·  ReAct  ·  Toolformer  ·  RAG papers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44348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a RAG over your notes  ·  Simple agent with 2 tools  ·  Compare 3 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5120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r/LocalLLaMA  ·  Hugging Face Discord  ·  LangChain Discord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 —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 /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 LLMs are next-token predictors that became surprisingly capable at scale.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 Open-source models + local runtimes put real power in your hands today.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 Agents = LLM + tools + memory + loop. This is the new application paradigm.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 Engineering is about reliability, cost, latency, evaluation and safety — not just demos.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 Build small systems end-to-end. That is the fastest way to learn.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805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  ·  Questions &amp; discussion welcome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today: ollama pull llama3.2   ·   Build one RAG   ·   Write one tool-calling agent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Engineering College Session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LLMs &amp; AI Agents for B.Tech / B.E. Students</dc:title>
  <dc:subject>PptxGenJS Presentation</dc:subject>
  <dc:creator>Technical Session</dc:creator>
  <cp:lastModifiedBy>Technical Session</cp:lastModifiedBy>
  <cp:revision>1</cp:revision>
  <dcterms:created xsi:type="dcterms:W3CDTF">2026-10-14T12:44:17Z</dcterms:created>
  <dcterms:modified xsi:type="dcterms:W3CDTF">2026-10-14T12:44:17Z</dcterms:modified>
</cp:coreProperties>
</file>